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63" r:id="rId6"/>
    <p:sldId id="264" r:id="rId7"/>
    <p:sldId id="259" r:id="rId8"/>
    <p:sldId id="262" r:id="rId9"/>
    <p:sldId id="266" r:id="rId10"/>
    <p:sldId id="267" r:id="rId11"/>
    <p:sldId id="265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08" autoAdjust="0"/>
  </p:normalViewPr>
  <p:slideViewPr>
    <p:cSldViewPr snapToGrid="0">
      <p:cViewPr varScale="1">
        <p:scale>
          <a:sx n="110" d="100"/>
          <a:sy n="110" d="100"/>
        </p:scale>
        <p:origin x="8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3C4C9-1568-41FD-96DD-332971BF2AB5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40E1F-439F-47FC-BB2B-59385B2912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18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432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2022</a:t>
            </a:r>
            <a:r>
              <a:rPr lang="en-GB" baseline="0" dirty="0" smtClean="0"/>
              <a:t> - 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85% of adults in the United States own a smartphone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 &amp; SMA – subset of behavioural addiction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Factors behind SA &amp; SMA – being brought up with the internet + not much of a need for face-to-face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stress of life – form of escapism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Potential treatments – CBT – improvements in mental health, sleep quality,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usage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      Mobile apps – usage restriction and usage tracking, 3</a:t>
            </a:r>
            <a:r>
              <a:rPr lang="en-GB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rd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downloads shows “need” for it – ease of access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228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42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Mixed method approach</a:t>
            </a:r>
            <a:r>
              <a:rPr lang="en-GB" baseline="0" dirty="0" smtClean="0"/>
              <a:t> – quantitative – app usage data from participants</a:t>
            </a:r>
          </a:p>
          <a:p>
            <a:r>
              <a:rPr lang="en-GB" baseline="0" dirty="0" smtClean="0"/>
              <a:t>	                    qualitative – survey data from participants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9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Smartphones</a:t>
            </a:r>
            <a:r>
              <a:rPr lang="en-GB" baseline="0" dirty="0" smtClean="0"/>
              <a:t> can be used for productivity, hence the other graph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247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440E1F-439F-47FC-BB2B-59385B2912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10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59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76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45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24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142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42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29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14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97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53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0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AA7CE67-D978-4564-9AA4-0CBA53DAF7AA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7EEEA40-A784-4DD0-834A-90EEA07FE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93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Honours Project Presentation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Liam De Buffalo – S2213159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56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Social Media and Smartphones are part of life for most</a:t>
            </a:r>
          </a:p>
          <a:p>
            <a:r>
              <a:rPr lang="en-GB" dirty="0" smtClean="0"/>
              <a:t>Concerns about young people developing an overdependence on such devices</a:t>
            </a:r>
          </a:p>
          <a:p>
            <a:r>
              <a:rPr lang="en-GB" dirty="0"/>
              <a:t>Potential solutions have been introduced</a:t>
            </a:r>
          </a:p>
          <a:p>
            <a:pPr lvl="1"/>
            <a:r>
              <a:rPr lang="en-GB" dirty="0"/>
              <a:t>Mobile apps</a:t>
            </a:r>
          </a:p>
          <a:p>
            <a:pPr lvl="1"/>
            <a:r>
              <a:rPr lang="en-GB" dirty="0"/>
              <a:t>Psychological </a:t>
            </a:r>
            <a:r>
              <a:rPr lang="en-GB" dirty="0" smtClean="0"/>
              <a:t>methods</a:t>
            </a:r>
          </a:p>
          <a:p>
            <a:r>
              <a:rPr lang="en-GB" dirty="0" smtClean="0"/>
              <a:t>Gap of apps that use both</a:t>
            </a:r>
          </a:p>
        </p:txBody>
      </p:sp>
    </p:spTree>
    <p:extLst>
      <p:ext uri="{BB962C8B-B14F-4D97-AF65-F5344CB8AC3E}">
        <p14:creationId xmlns:p14="http://schemas.microsoft.com/office/powerpoint/2010/main" val="196168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Purpose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Create a mobile app that integrates psychological intervention methods and usage tracking</a:t>
            </a:r>
          </a:p>
          <a:p>
            <a:r>
              <a:rPr lang="en-GB" dirty="0" smtClean="0"/>
              <a:t>Evaluate if the app lowers the overall usage of a user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102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Demonstration of Artefact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32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1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Evaluation Method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Was there a decrease in usage?</a:t>
            </a:r>
          </a:p>
          <a:p>
            <a:r>
              <a:rPr lang="en-GB" dirty="0" smtClean="0"/>
              <a:t>Was the app a factor?</a:t>
            </a:r>
          </a:p>
          <a:p>
            <a:r>
              <a:rPr lang="en-GB" dirty="0" smtClean="0"/>
              <a:t>Mixed Method approach</a:t>
            </a:r>
          </a:p>
          <a:p>
            <a:r>
              <a:rPr lang="en-GB" dirty="0" smtClean="0"/>
              <a:t>Participants given the app for 3 weeks, then a survey</a:t>
            </a:r>
          </a:p>
        </p:txBody>
      </p:sp>
    </p:spTree>
    <p:extLst>
      <p:ext uri="{BB962C8B-B14F-4D97-AF65-F5344CB8AC3E}">
        <p14:creationId xmlns:p14="http://schemas.microsoft.com/office/powerpoint/2010/main" val="210780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Evaluation Findings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34846"/>
            <a:ext cx="7315200" cy="437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0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Findings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441705"/>
            <a:ext cx="7315200" cy="396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6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Findings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567820"/>
            <a:ext cx="7315200" cy="371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7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Findings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567820"/>
            <a:ext cx="7315200" cy="371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5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Findings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8738" y="1767550"/>
            <a:ext cx="7315200" cy="33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Findings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767550"/>
            <a:ext cx="7315200" cy="33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22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Somewhat successful</a:t>
            </a:r>
          </a:p>
          <a:p>
            <a:pPr lvl="1"/>
            <a:r>
              <a:rPr lang="en-GB" dirty="0"/>
              <a:t>Some decreases in usage from some participants</a:t>
            </a:r>
          </a:p>
          <a:p>
            <a:pPr lvl="1"/>
            <a:r>
              <a:rPr lang="en-GB" dirty="0"/>
              <a:t>Survey responses attribute the app to the usage decrease</a:t>
            </a:r>
          </a:p>
          <a:p>
            <a:r>
              <a:rPr lang="en-GB" dirty="0"/>
              <a:t>Therefore meets aim and hypothesis to an </a:t>
            </a:r>
            <a:r>
              <a:rPr lang="en-GB" dirty="0" smtClean="0"/>
              <a:t>extent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13562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62</TotalTime>
  <Words>235</Words>
  <Application>Microsoft Office PowerPoint</Application>
  <PresentationFormat>Widescreen</PresentationFormat>
  <Paragraphs>44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Corbel</vt:lpstr>
      <vt:lpstr>Wingdings 2</vt:lpstr>
      <vt:lpstr>Frame</vt:lpstr>
      <vt:lpstr>Honours Project Presentation</vt:lpstr>
      <vt:lpstr>Project Introduction</vt:lpstr>
      <vt:lpstr>Project Purpose</vt:lpstr>
      <vt:lpstr>Demonstration of Artefact</vt:lpstr>
      <vt:lpstr>Evaluation</vt:lpstr>
      <vt:lpstr>Evaluation Method</vt:lpstr>
      <vt:lpstr>Evaluation Findings</vt:lpstr>
      <vt:lpstr>Evaluation Findings</vt:lpstr>
      <vt:lpstr>Evaluation Findings</vt:lpstr>
      <vt:lpstr>Evaluation Findings</vt:lpstr>
      <vt:lpstr>Evaluation Findings</vt:lpstr>
      <vt:lpstr>Evaluation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Honours Project Presentation</dc:title>
  <dc:creator>Buffalo, Liam De</dc:creator>
  <cp:lastModifiedBy>Buffalo, Liam De</cp:lastModifiedBy>
  <cp:revision>9</cp:revision>
  <dcterms:created xsi:type="dcterms:W3CDTF">2026-04-15T03:56:03Z</dcterms:created>
  <dcterms:modified xsi:type="dcterms:W3CDTF">2026-04-15T04:58:24Z</dcterms:modified>
</cp:coreProperties>
</file>